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Controlled layout case. Image reused from the accessible pattern library. Expected: introduction, left text in top-to-bottom order, right image, full-width caption.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Spanning text and a landscape image</a:t>
            </a:r>
          </a:p>
        </p:txBody>
      </p:sp>
      <p:pic>
        <p:nvPicPr>
          <p:cNvPr id="3" name="Picture 2" descr="A picture of Brad posing for a picture with his great-grandmother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103120"/>
            <a:ext cx="4114800" cy="28261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85216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Shared caption: retain this below both columns.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383280"/>
            <a:ext cx="6035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Second: discuss the supporting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Shared introduction: compare the text with the image.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6035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First: identify the main point.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